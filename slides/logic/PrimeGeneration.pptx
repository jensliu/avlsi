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07" r:id="rId2"/>
    <p:sldId id="624" r:id="rId3"/>
    <p:sldId id="622" r:id="rId4"/>
    <p:sldId id="623" r:id="rId5"/>
    <p:sldId id="625" r:id="rId6"/>
    <p:sldId id="626" r:id="rId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BEEF4"/>
    <a:srgbClr val="DCE6F2"/>
    <a:srgbClr val="FF9933"/>
    <a:srgbClr val="99FFCC"/>
    <a:srgbClr val="66FF66"/>
    <a:srgbClr val="FFFF00"/>
    <a:srgbClr val="00FF00"/>
    <a:srgbClr val="FF99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2" autoAdjust="0"/>
    <p:restoredTop sz="94676" autoAdjust="0"/>
  </p:normalViewPr>
  <p:slideViewPr>
    <p:cSldViewPr>
      <p:cViewPr varScale="1">
        <p:scale>
          <a:sx n="153" d="100"/>
          <a:sy n="153" d="100"/>
        </p:scale>
        <p:origin x="1812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A9C85-7208-4140-9A1B-482E74B6EC70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0C07-3E7E-4F0E-9FCA-027EE472E1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EAA3D3F-CA47-4B9D-B6BA-678D85410C0A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ADACB01-8BF2-4713-B06A-211A8CE39F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s-ES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D5C9D8F-313B-4C0E-A642-9DB8A7C73743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620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041775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3276600"/>
            <a:ext cx="8229600" cy="3124200"/>
          </a:xfrm>
        </p:spPr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Set Covering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18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566" y="1066800"/>
            <a:ext cx="8382000" cy="2514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i="1" dirty="0">
                <a:solidFill>
                  <a:srgbClr val="0000FF"/>
                </a:solidFill>
              </a:rPr>
              <a:t>Generation of Primes</a:t>
            </a:r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00600"/>
            <a:ext cx="6400800" cy="14478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n-US" sz="2000" dirty="0">
                <a:solidFill>
                  <a:schemeClr val="tx1"/>
                </a:solidFill>
              </a:rPr>
              <a:t>Jordi Cortadella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B71C3-D57D-444A-91CD-F5517FF5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D9ABA-52EC-4A1F-8909-BF725384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36C1-9F51-4B2C-877D-FCED90F3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C944B2-0D27-4F8A-A850-45DEB7D7113F}"/>
              </a:ext>
            </a:extLst>
          </p:cNvPr>
          <p:cNvGrpSpPr/>
          <p:nvPr/>
        </p:nvGrpSpPr>
        <p:grpSpPr>
          <a:xfrm>
            <a:off x="423344" y="1319066"/>
            <a:ext cx="3462856" cy="3481534"/>
            <a:chOff x="423344" y="1319066"/>
            <a:chExt cx="3462856" cy="348153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B17EBFE-BEA7-4E62-B56D-1BE33D316D80}"/>
                </a:ext>
              </a:extLst>
            </p:cNvPr>
            <p:cNvSpPr/>
            <p:nvPr/>
          </p:nvSpPr>
          <p:spPr>
            <a:xfrm>
              <a:off x="1142999" y="2057400"/>
              <a:ext cx="2743200" cy="2743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B390868-AE49-405C-8C44-69B9C2802228}"/>
                </a:ext>
              </a:extLst>
            </p:cNvPr>
            <p:cNvCxnSpPr/>
            <p:nvPr/>
          </p:nvCxnSpPr>
          <p:spPr>
            <a:xfrm>
              <a:off x="18287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EAA9F2A-0913-449C-81E2-4D54F0ECA4EB}"/>
                </a:ext>
              </a:extLst>
            </p:cNvPr>
            <p:cNvCxnSpPr/>
            <p:nvPr/>
          </p:nvCxnSpPr>
          <p:spPr>
            <a:xfrm>
              <a:off x="25145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0BABC1-6333-448D-BD94-8D0FD1920971}"/>
                </a:ext>
              </a:extLst>
            </p:cNvPr>
            <p:cNvCxnSpPr/>
            <p:nvPr/>
          </p:nvCxnSpPr>
          <p:spPr>
            <a:xfrm>
              <a:off x="32003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2308448-85D8-4E9D-ACCF-F1A56DCA640F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99" y="27432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6ECBD9-61B7-441B-B313-A5FE9180E603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" y="34290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65AABF6-8F28-4233-8D81-0DCE4D48D1ED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1" y="41148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2EA862-AEC6-498A-B1B7-38C4CCFD4351}"/>
                </a:ext>
              </a:extLst>
            </p:cNvPr>
            <p:cNvSpPr txBox="1"/>
            <p:nvPr/>
          </p:nvSpPr>
          <p:spPr>
            <a:xfrm>
              <a:off x="1302195" y="214093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E1E137-8AD0-496C-AF98-14D4E7B198C0}"/>
                </a:ext>
              </a:extLst>
            </p:cNvPr>
            <p:cNvSpPr txBox="1"/>
            <p:nvPr/>
          </p:nvSpPr>
          <p:spPr>
            <a:xfrm>
              <a:off x="1295399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EA2BFC-89EE-40AD-BF8F-62268CE1CD2B}"/>
                </a:ext>
              </a:extLst>
            </p:cNvPr>
            <p:cNvSpPr txBox="1"/>
            <p:nvPr/>
          </p:nvSpPr>
          <p:spPr>
            <a:xfrm>
              <a:off x="2666999" y="28295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229F49-114F-4D79-A647-6B0F5F06BE63}"/>
                </a:ext>
              </a:extLst>
            </p:cNvPr>
            <p:cNvSpPr txBox="1"/>
            <p:nvPr/>
          </p:nvSpPr>
          <p:spPr>
            <a:xfrm>
              <a:off x="3366391" y="21437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4F505B-E30B-490F-AE17-320531BAD6A9}"/>
                </a:ext>
              </a:extLst>
            </p:cNvPr>
            <p:cNvSpPr txBox="1"/>
            <p:nvPr/>
          </p:nvSpPr>
          <p:spPr>
            <a:xfrm>
              <a:off x="3352799" y="28194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F9DFF3-9D11-4FB0-944E-1C32EDBDA634}"/>
                </a:ext>
              </a:extLst>
            </p:cNvPr>
            <p:cNvSpPr txBox="1"/>
            <p:nvPr/>
          </p:nvSpPr>
          <p:spPr>
            <a:xfrm>
              <a:off x="2666999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A9F74B-6149-490E-B5B6-69D2CD74515F}"/>
                </a:ext>
              </a:extLst>
            </p:cNvPr>
            <p:cNvSpPr txBox="1"/>
            <p:nvPr/>
          </p:nvSpPr>
          <p:spPr>
            <a:xfrm>
              <a:off x="3352799" y="41910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637E43B-CB86-47A2-A28D-B0C7707B56F9}"/>
                </a:ext>
              </a:extLst>
            </p:cNvPr>
            <p:cNvSpPr txBox="1"/>
            <p:nvPr/>
          </p:nvSpPr>
          <p:spPr>
            <a:xfrm>
              <a:off x="1278671" y="2858869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B6B0FF-8B17-4E18-8968-B46753DD7544}"/>
                </a:ext>
              </a:extLst>
            </p:cNvPr>
            <p:cNvSpPr txBox="1"/>
            <p:nvPr/>
          </p:nvSpPr>
          <p:spPr>
            <a:xfrm>
              <a:off x="2666999" y="3532143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13CE44-21BE-4E62-8416-ADDEDF0F3389}"/>
                </a:ext>
              </a:extLst>
            </p:cNvPr>
            <p:cNvSpPr txBox="1"/>
            <p:nvPr/>
          </p:nvSpPr>
          <p:spPr>
            <a:xfrm>
              <a:off x="1948303" y="3544669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EBFC4E-AF7D-4875-BCD5-EEBE83E2B93A}"/>
                </a:ext>
              </a:extLst>
            </p:cNvPr>
            <p:cNvSpPr txBox="1"/>
            <p:nvPr/>
          </p:nvSpPr>
          <p:spPr>
            <a:xfrm>
              <a:off x="1981200" y="214093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3B6578-3CB8-4D60-97FB-E2449CE0AAFC}"/>
                </a:ext>
              </a:extLst>
            </p:cNvPr>
            <p:cNvSpPr txBox="1"/>
            <p:nvPr/>
          </p:nvSpPr>
          <p:spPr>
            <a:xfrm>
              <a:off x="2680591" y="2138086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4FEF98-B85D-4662-89C7-9C12F15FDA24}"/>
                </a:ext>
              </a:extLst>
            </p:cNvPr>
            <p:cNvSpPr txBox="1"/>
            <p:nvPr/>
          </p:nvSpPr>
          <p:spPr>
            <a:xfrm>
              <a:off x="3379982" y="35153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235258-1C85-4CBE-A9A9-858E3B6EFA18}"/>
                </a:ext>
              </a:extLst>
            </p:cNvPr>
            <p:cNvSpPr txBox="1"/>
            <p:nvPr/>
          </p:nvSpPr>
          <p:spPr>
            <a:xfrm>
              <a:off x="1994791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54916B-106B-44A0-9172-BC279F00C39C}"/>
                </a:ext>
              </a:extLst>
            </p:cNvPr>
            <p:cNvSpPr txBox="1"/>
            <p:nvPr/>
          </p:nvSpPr>
          <p:spPr>
            <a:xfrm>
              <a:off x="1308991" y="35052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BB512F-FEC9-468C-8CB7-DFDA0F5A50B5}"/>
                </a:ext>
              </a:extLst>
            </p:cNvPr>
            <p:cNvSpPr txBox="1"/>
            <p:nvPr/>
          </p:nvSpPr>
          <p:spPr>
            <a:xfrm>
              <a:off x="1994791" y="280922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FE8B2E-7DE5-45A2-B08D-13A2B45155B9}"/>
                </a:ext>
              </a:extLst>
            </p:cNvPr>
            <p:cNvSpPr txBox="1"/>
            <p:nvPr/>
          </p:nvSpPr>
          <p:spPr>
            <a:xfrm>
              <a:off x="1283740" y="1692554"/>
              <a:ext cx="2443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00         01        11        10</a:t>
              </a:r>
              <a:endParaRPr lang="ca-E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F2E3B-B40F-47C5-AB46-478137D02701}"/>
                </a:ext>
              </a:extLst>
            </p:cNvPr>
            <p:cNvSpPr txBox="1"/>
            <p:nvPr/>
          </p:nvSpPr>
          <p:spPr>
            <a:xfrm>
              <a:off x="724741" y="2196230"/>
              <a:ext cx="418704" cy="2490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en-US" dirty="0"/>
                <a:t>00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01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11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10</a:t>
              </a:r>
              <a:endParaRPr lang="ca-ES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6FFC690-727D-4DBB-8897-951F181039B6}"/>
                </a:ext>
              </a:extLst>
            </p:cNvPr>
            <p:cNvCxnSpPr/>
            <p:nvPr/>
          </p:nvCxnSpPr>
          <p:spPr>
            <a:xfrm flipH="1" flipV="1">
              <a:off x="457199" y="1371600"/>
              <a:ext cx="685800" cy="685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B77DB20-4CE4-4ADF-A537-DFBA03C362AB}"/>
                    </a:ext>
                  </a:extLst>
                </p:cNvPr>
                <p:cNvSpPr txBox="1"/>
                <p:nvPr/>
              </p:nvSpPr>
              <p:spPr>
                <a:xfrm>
                  <a:off x="665141" y="1319066"/>
                  <a:ext cx="5379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ca-ES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B77DB20-4CE4-4ADF-A537-DFBA03C36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141" y="1319066"/>
                  <a:ext cx="53790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B90B922-30AB-4DA6-805E-EB86DE9FBD73}"/>
                    </a:ext>
                  </a:extLst>
                </p:cNvPr>
                <p:cNvSpPr txBox="1"/>
                <p:nvPr/>
              </p:nvSpPr>
              <p:spPr>
                <a:xfrm>
                  <a:off x="423344" y="1688068"/>
                  <a:ext cx="483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ca-ES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B90B922-30AB-4DA6-805E-EB86DE9FB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344" y="1688068"/>
                  <a:ext cx="48359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C852C49-4AB7-492A-93F4-21DF1624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48937"/>
              </p:ext>
            </p:extLst>
          </p:nvPr>
        </p:nvGraphicFramePr>
        <p:xfrm>
          <a:off x="4991100" y="457200"/>
          <a:ext cx="119380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912867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0000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368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402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318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0001</a:t>
                      </a:r>
                      <a:endParaRPr lang="ca-E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45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0010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99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1000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294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783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1001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33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1010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5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0111</a:t>
                      </a:r>
                      <a:endParaRPr lang="ca-E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620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1101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550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1110</a:t>
                      </a:r>
                      <a:endParaRPr lang="ca-E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39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1111</a:t>
                      </a:r>
                      <a:endParaRPr lang="ca-E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302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5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B71C3-D57D-444A-91CD-F5517FF5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D9ABA-52EC-4A1F-8909-BF725384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36C1-9F51-4B2C-877D-FCED90F3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7EBFE-BEA7-4E62-B56D-1BE33D316D80}"/>
              </a:ext>
            </a:extLst>
          </p:cNvPr>
          <p:cNvSpPr/>
          <p:nvPr/>
        </p:nvSpPr>
        <p:spPr>
          <a:xfrm>
            <a:off x="1142999" y="2057400"/>
            <a:ext cx="2743200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390868-AE49-405C-8C44-69B9C2802228}"/>
              </a:ext>
            </a:extLst>
          </p:cNvPr>
          <p:cNvCxnSpPr/>
          <p:nvPr/>
        </p:nvCxnSpPr>
        <p:spPr>
          <a:xfrm>
            <a:off x="18287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AA9F2A-0913-449C-81E2-4D54F0ECA4EB}"/>
              </a:ext>
            </a:extLst>
          </p:cNvPr>
          <p:cNvCxnSpPr/>
          <p:nvPr/>
        </p:nvCxnSpPr>
        <p:spPr>
          <a:xfrm>
            <a:off x="25145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0BABC1-6333-448D-BD94-8D0FD1920971}"/>
              </a:ext>
            </a:extLst>
          </p:cNvPr>
          <p:cNvCxnSpPr/>
          <p:nvPr/>
        </p:nvCxnSpPr>
        <p:spPr>
          <a:xfrm>
            <a:off x="32003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308448-85D8-4E9D-ACCF-F1A56DCA640F}"/>
              </a:ext>
            </a:extLst>
          </p:cNvPr>
          <p:cNvCxnSpPr>
            <a:cxnSpLocks/>
          </p:cNvCxnSpPr>
          <p:nvPr/>
        </p:nvCxnSpPr>
        <p:spPr>
          <a:xfrm>
            <a:off x="1142999" y="27432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6ECBD9-61B7-441B-B313-A5FE9180E603}"/>
              </a:ext>
            </a:extLst>
          </p:cNvPr>
          <p:cNvCxnSpPr>
            <a:cxnSpLocks/>
          </p:cNvCxnSpPr>
          <p:nvPr/>
        </p:nvCxnSpPr>
        <p:spPr>
          <a:xfrm>
            <a:off x="1143000" y="34290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5AABF6-8F28-4233-8D81-0DCE4D48D1ED}"/>
              </a:ext>
            </a:extLst>
          </p:cNvPr>
          <p:cNvCxnSpPr>
            <a:cxnSpLocks/>
          </p:cNvCxnSpPr>
          <p:nvPr/>
        </p:nvCxnSpPr>
        <p:spPr>
          <a:xfrm>
            <a:off x="1143001" y="41148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2EA862-AEC6-498A-B1B7-38C4CCFD4351}"/>
              </a:ext>
            </a:extLst>
          </p:cNvPr>
          <p:cNvSpPr txBox="1"/>
          <p:nvPr/>
        </p:nvSpPr>
        <p:spPr>
          <a:xfrm>
            <a:off x="1302195" y="214093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1E137-8AD0-496C-AF98-14D4E7B198C0}"/>
              </a:ext>
            </a:extLst>
          </p:cNvPr>
          <p:cNvSpPr txBox="1"/>
          <p:nvPr/>
        </p:nvSpPr>
        <p:spPr>
          <a:xfrm>
            <a:off x="1295399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A2BFC-89EE-40AD-BF8F-62268CE1CD2B}"/>
              </a:ext>
            </a:extLst>
          </p:cNvPr>
          <p:cNvSpPr txBox="1"/>
          <p:nvPr/>
        </p:nvSpPr>
        <p:spPr>
          <a:xfrm>
            <a:off x="2666999" y="28295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229F49-114F-4D79-A647-6B0F5F06BE63}"/>
              </a:ext>
            </a:extLst>
          </p:cNvPr>
          <p:cNvSpPr txBox="1"/>
          <p:nvPr/>
        </p:nvSpPr>
        <p:spPr>
          <a:xfrm>
            <a:off x="3366391" y="2143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4F505B-E30B-490F-AE17-320531BAD6A9}"/>
              </a:ext>
            </a:extLst>
          </p:cNvPr>
          <p:cNvSpPr txBox="1"/>
          <p:nvPr/>
        </p:nvSpPr>
        <p:spPr>
          <a:xfrm>
            <a:off x="3352799" y="28194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9DFF3-9D11-4FB0-944E-1C32EDBDA634}"/>
              </a:ext>
            </a:extLst>
          </p:cNvPr>
          <p:cNvSpPr txBox="1"/>
          <p:nvPr/>
        </p:nvSpPr>
        <p:spPr>
          <a:xfrm>
            <a:off x="2666999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A9F74B-6149-490E-B5B6-69D2CD74515F}"/>
              </a:ext>
            </a:extLst>
          </p:cNvPr>
          <p:cNvSpPr txBox="1"/>
          <p:nvPr/>
        </p:nvSpPr>
        <p:spPr>
          <a:xfrm>
            <a:off x="3352799" y="41910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37E43B-CB86-47A2-A28D-B0C7707B56F9}"/>
              </a:ext>
            </a:extLst>
          </p:cNvPr>
          <p:cNvSpPr txBox="1"/>
          <p:nvPr/>
        </p:nvSpPr>
        <p:spPr>
          <a:xfrm>
            <a:off x="1278671" y="285886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B6B0FF-8B17-4E18-8968-B46753DD7544}"/>
              </a:ext>
            </a:extLst>
          </p:cNvPr>
          <p:cNvSpPr txBox="1"/>
          <p:nvPr/>
        </p:nvSpPr>
        <p:spPr>
          <a:xfrm>
            <a:off x="2666999" y="3532143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3CE44-21BE-4E62-8416-ADDEDF0F3389}"/>
              </a:ext>
            </a:extLst>
          </p:cNvPr>
          <p:cNvSpPr txBox="1"/>
          <p:nvPr/>
        </p:nvSpPr>
        <p:spPr>
          <a:xfrm>
            <a:off x="1948303" y="354466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BFC4E-AF7D-4875-BCD5-EEBE83E2B93A}"/>
              </a:ext>
            </a:extLst>
          </p:cNvPr>
          <p:cNvSpPr txBox="1"/>
          <p:nvPr/>
        </p:nvSpPr>
        <p:spPr>
          <a:xfrm>
            <a:off x="1981200" y="214093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3B6578-3CB8-4D60-97FB-E2449CE0AAFC}"/>
              </a:ext>
            </a:extLst>
          </p:cNvPr>
          <p:cNvSpPr txBox="1"/>
          <p:nvPr/>
        </p:nvSpPr>
        <p:spPr>
          <a:xfrm>
            <a:off x="2680591" y="213808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FEF98-B85D-4662-89C7-9C12F15FDA24}"/>
              </a:ext>
            </a:extLst>
          </p:cNvPr>
          <p:cNvSpPr txBox="1"/>
          <p:nvPr/>
        </p:nvSpPr>
        <p:spPr>
          <a:xfrm>
            <a:off x="3379982" y="35153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235258-1C85-4CBE-A9A9-858E3B6EFA18}"/>
              </a:ext>
            </a:extLst>
          </p:cNvPr>
          <p:cNvSpPr txBox="1"/>
          <p:nvPr/>
        </p:nvSpPr>
        <p:spPr>
          <a:xfrm>
            <a:off x="1994791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54916B-106B-44A0-9172-BC279F00C39C}"/>
              </a:ext>
            </a:extLst>
          </p:cNvPr>
          <p:cNvSpPr txBox="1"/>
          <p:nvPr/>
        </p:nvSpPr>
        <p:spPr>
          <a:xfrm>
            <a:off x="1308991" y="35052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BB512F-FEC9-468C-8CB7-DFDA0F5A50B5}"/>
              </a:ext>
            </a:extLst>
          </p:cNvPr>
          <p:cNvSpPr txBox="1"/>
          <p:nvPr/>
        </p:nvSpPr>
        <p:spPr>
          <a:xfrm>
            <a:off x="1994791" y="280922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E8B2E-7DE5-45A2-B08D-13A2B45155B9}"/>
              </a:ext>
            </a:extLst>
          </p:cNvPr>
          <p:cNvSpPr txBox="1"/>
          <p:nvPr/>
        </p:nvSpPr>
        <p:spPr>
          <a:xfrm>
            <a:off x="1283740" y="1692554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00         01        11        10</a:t>
            </a:r>
            <a:endParaRPr lang="ca-E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F2E3B-B40F-47C5-AB46-478137D02701}"/>
              </a:ext>
            </a:extLst>
          </p:cNvPr>
          <p:cNvSpPr txBox="1"/>
          <p:nvPr/>
        </p:nvSpPr>
        <p:spPr>
          <a:xfrm>
            <a:off x="724741" y="2196230"/>
            <a:ext cx="418704" cy="249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dirty="0"/>
              <a:t>00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01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11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10</a:t>
            </a:r>
            <a:endParaRPr lang="ca-E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FFC690-727D-4DBB-8897-951F181039B6}"/>
              </a:ext>
            </a:extLst>
          </p:cNvPr>
          <p:cNvCxnSpPr/>
          <p:nvPr/>
        </p:nvCxnSpPr>
        <p:spPr>
          <a:xfrm flipH="1" flipV="1">
            <a:off x="457199" y="13716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77DB20-4CE4-4ADF-A537-DFBA03C362AB}"/>
                  </a:ext>
                </a:extLst>
              </p:cNvPr>
              <p:cNvSpPr txBox="1"/>
              <p:nvPr/>
            </p:nvSpPr>
            <p:spPr>
              <a:xfrm>
                <a:off x="665141" y="1319066"/>
                <a:ext cx="537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𝑤𝑥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77DB20-4CE4-4ADF-A537-DFBA03C3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41" y="1319066"/>
                <a:ext cx="53790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0B922-30AB-4DA6-805E-EB86DE9FBD73}"/>
                  </a:ext>
                </a:extLst>
              </p:cNvPr>
              <p:cNvSpPr txBox="1"/>
              <p:nvPr/>
            </p:nvSpPr>
            <p:spPr>
              <a:xfrm>
                <a:off x="423344" y="1688068"/>
                <a:ext cx="483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0B922-30AB-4DA6-805E-EB86DE9F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44" y="1688068"/>
                <a:ext cx="483594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C852C49-4AB7-492A-93F4-21DF1624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794605"/>
              </p:ext>
            </p:extLst>
          </p:nvPr>
        </p:nvGraphicFramePr>
        <p:xfrm>
          <a:off x="4991100" y="457200"/>
          <a:ext cx="238760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912867109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632075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0000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000-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368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00-0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402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-000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318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-001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45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-010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99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1000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100-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294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10-0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783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1-01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33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1-10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5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0111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-111</a:t>
                      </a:r>
                      <a:endParaRPr lang="ca-E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620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11-1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550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111-</a:t>
                      </a:r>
                      <a:endParaRPr lang="ca-E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39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1111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302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97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B71C3-D57D-444A-91CD-F5517FF52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D9ABA-52EC-4A1F-8909-BF7253840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36C1-9F51-4B2C-877D-FCED90F3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17EBFE-BEA7-4E62-B56D-1BE33D316D80}"/>
              </a:ext>
            </a:extLst>
          </p:cNvPr>
          <p:cNvSpPr/>
          <p:nvPr/>
        </p:nvSpPr>
        <p:spPr>
          <a:xfrm>
            <a:off x="1142999" y="2057400"/>
            <a:ext cx="2743200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390868-AE49-405C-8C44-69B9C2802228}"/>
              </a:ext>
            </a:extLst>
          </p:cNvPr>
          <p:cNvCxnSpPr/>
          <p:nvPr/>
        </p:nvCxnSpPr>
        <p:spPr>
          <a:xfrm>
            <a:off x="18287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AA9F2A-0913-449C-81E2-4D54F0ECA4EB}"/>
              </a:ext>
            </a:extLst>
          </p:cNvPr>
          <p:cNvCxnSpPr/>
          <p:nvPr/>
        </p:nvCxnSpPr>
        <p:spPr>
          <a:xfrm>
            <a:off x="25145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0BABC1-6333-448D-BD94-8D0FD1920971}"/>
              </a:ext>
            </a:extLst>
          </p:cNvPr>
          <p:cNvCxnSpPr/>
          <p:nvPr/>
        </p:nvCxnSpPr>
        <p:spPr>
          <a:xfrm>
            <a:off x="3200399" y="2057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308448-85D8-4E9D-ACCF-F1A56DCA640F}"/>
              </a:ext>
            </a:extLst>
          </p:cNvPr>
          <p:cNvCxnSpPr>
            <a:cxnSpLocks/>
          </p:cNvCxnSpPr>
          <p:nvPr/>
        </p:nvCxnSpPr>
        <p:spPr>
          <a:xfrm>
            <a:off x="1142999" y="27432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6ECBD9-61B7-441B-B313-A5FE9180E603}"/>
              </a:ext>
            </a:extLst>
          </p:cNvPr>
          <p:cNvCxnSpPr>
            <a:cxnSpLocks/>
          </p:cNvCxnSpPr>
          <p:nvPr/>
        </p:nvCxnSpPr>
        <p:spPr>
          <a:xfrm>
            <a:off x="1143000" y="34290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65AABF6-8F28-4233-8D81-0DCE4D48D1ED}"/>
              </a:ext>
            </a:extLst>
          </p:cNvPr>
          <p:cNvCxnSpPr>
            <a:cxnSpLocks/>
          </p:cNvCxnSpPr>
          <p:nvPr/>
        </p:nvCxnSpPr>
        <p:spPr>
          <a:xfrm>
            <a:off x="1143001" y="4114800"/>
            <a:ext cx="274319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2EA862-AEC6-498A-B1B7-38C4CCFD4351}"/>
              </a:ext>
            </a:extLst>
          </p:cNvPr>
          <p:cNvSpPr txBox="1"/>
          <p:nvPr/>
        </p:nvSpPr>
        <p:spPr>
          <a:xfrm>
            <a:off x="1302195" y="214093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1E137-8AD0-496C-AF98-14D4E7B198C0}"/>
              </a:ext>
            </a:extLst>
          </p:cNvPr>
          <p:cNvSpPr txBox="1"/>
          <p:nvPr/>
        </p:nvSpPr>
        <p:spPr>
          <a:xfrm>
            <a:off x="1295399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A2BFC-89EE-40AD-BF8F-62268CE1CD2B}"/>
              </a:ext>
            </a:extLst>
          </p:cNvPr>
          <p:cNvSpPr txBox="1"/>
          <p:nvPr/>
        </p:nvSpPr>
        <p:spPr>
          <a:xfrm>
            <a:off x="2666999" y="28295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229F49-114F-4D79-A647-6B0F5F06BE63}"/>
              </a:ext>
            </a:extLst>
          </p:cNvPr>
          <p:cNvSpPr txBox="1"/>
          <p:nvPr/>
        </p:nvSpPr>
        <p:spPr>
          <a:xfrm>
            <a:off x="3366391" y="2143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4F505B-E30B-490F-AE17-320531BAD6A9}"/>
              </a:ext>
            </a:extLst>
          </p:cNvPr>
          <p:cNvSpPr txBox="1"/>
          <p:nvPr/>
        </p:nvSpPr>
        <p:spPr>
          <a:xfrm>
            <a:off x="3352799" y="28194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9DFF3-9D11-4FB0-944E-1C32EDBDA634}"/>
              </a:ext>
            </a:extLst>
          </p:cNvPr>
          <p:cNvSpPr txBox="1"/>
          <p:nvPr/>
        </p:nvSpPr>
        <p:spPr>
          <a:xfrm>
            <a:off x="2666999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A9F74B-6149-490E-B5B6-69D2CD74515F}"/>
              </a:ext>
            </a:extLst>
          </p:cNvPr>
          <p:cNvSpPr txBox="1"/>
          <p:nvPr/>
        </p:nvSpPr>
        <p:spPr>
          <a:xfrm>
            <a:off x="3352799" y="41910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endParaRPr lang="ca-ES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37E43B-CB86-47A2-A28D-B0C7707B56F9}"/>
              </a:ext>
            </a:extLst>
          </p:cNvPr>
          <p:cNvSpPr txBox="1"/>
          <p:nvPr/>
        </p:nvSpPr>
        <p:spPr>
          <a:xfrm>
            <a:off x="1278671" y="285886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B6B0FF-8B17-4E18-8968-B46753DD7544}"/>
              </a:ext>
            </a:extLst>
          </p:cNvPr>
          <p:cNvSpPr txBox="1"/>
          <p:nvPr/>
        </p:nvSpPr>
        <p:spPr>
          <a:xfrm>
            <a:off x="2666999" y="3532143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3CE44-21BE-4E62-8416-ADDEDF0F3389}"/>
              </a:ext>
            </a:extLst>
          </p:cNvPr>
          <p:cNvSpPr txBox="1"/>
          <p:nvPr/>
        </p:nvSpPr>
        <p:spPr>
          <a:xfrm>
            <a:off x="1948303" y="354466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</a:rPr>
              <a:t>*</a:t>
            </a:r>
            <a:endParaRPr lang="ca-ES" sz="3600" dirty="0">
              <a:solidFill>
                <a:srgbClr val="0000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EBFC4E-AF7D-4875-BCD5-EEBE83E2B93A}"/>
              </a:ext>
            </a:extLst>
          </p:cNvPr>
          <p:cNvSpPr txBox="1"/>
          <p:nvPr/>
        </p:nvSpPr>
        <p:spPr>
          <a:xfrm>
            <a:off x="1981200" y="214093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3B6578-3CB8-4D60-97FB-E2449CE0AAFC}"/>
              </a:ext>
            </a:extLst>
          </p:cNvPr>
          <p:cNvSpPr txBox="1"/>
          <p:nvPr/>
        </p:nvSpPr>
        <p:spPr>
          <a:xfrm>
            <a:off x="2680591" y="213808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FEF98-B85D-4662-89C7-9C12F15FDA24}"/>
              </a:ext>
            </a:extLst>
          </p:cNvPr>
          <p:cNvSpPr txBox="1"/>
          <p:nvPr/>
        </p:nvSpPr>
        <p:spPr>
          <a:xfrm>
            <a:off x="3379982" y="35153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235258-1C85-4CBE-A9A9-858E3B6EFA18}"/>
              </a:ext>
            </a:extLst>
          </p:cNvPr>
          <p:cNvSpPr txBox="1"/>
          <p:nvPr/>
        </p:nvSpPr>
        <p:spPr>
          <a:xfrm>
            <a:off x="1994791" y="4201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54916B-106B-44A0-9172-BC279F00C39C}"/>
              </a:ext>
            </a:extLst>
          </p:cNvPr>
          <p:cNvSpPr txBox="1"/>
          <p:nvPr/>
        </p:nvSpPr>
        <p:spPr>
          <a:xfrm>
            <a:off x="1308991" y="35052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BB512F-FEC9-468C-8CB7-DFDA0F5A50B5}"/>
              </a:ext>
            </a:extLst>
          </p:cNvPr>
          <p:cNvSpPr txBox="1"/>
          <p:nvPr/>
        </p:nvSpPr>
        <p:spPr>
          <a:xfrm>
            <a:off x="1994791" y="280922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</a:t>
            </a:r>
            <a:endParaRPr lang="ca-ES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E8B2E-7DE5-45A2-B08D-13A2B45155B9}"/>
              </a:ext>
            </a:extLst>
          </p:cNvPr>
          <p:cNvSpPr txBox="1"/>
          <p:nvPr/>
        </p:nvSpPr>
        <p:spPr>
          <a:xfrm>
            <a:off x="1283740" y="1692554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00         01        11        10</a:t>
            </a:r>
            <a:endParaRPr lang="ca-E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F2E3B-B40F-47C5-AB46-478137D02701}"/>
              </a:ext>
            </a:extLst>
          </p:cNvPr>
          <p:cNvSpPr txBox="1"/>
          <p:nvPr/>
        </p:nvSpPr>
        <p:spPr>
          <a:xfrm>
            <a:off x="724741" y="2196230"/>
            <a:ext cx="418704" cy="249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US" dirty="0"/>
              <a:t>00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01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11</a:t>
            </a:r>
          </a:p>
          <a:p>
            <a:pPr>
              <a:lnSpc>
                <a:spcPts val="2700"/>
              </a:lnSpc>
            </a:pPr>
            <a:endParaRPr lang="en-US" dirty="0"/>
          </a:p>
          <a:p>
            <a:pPr>
              <a:lnSpc>
                <a:spcPts val="2700"/>
              </a:lnSpc>
            </a:pPr>
            <a:r>
              <a:rPr lang="en-US" dirty="0"/>
              <a:t>10</a:t>
            </a:r>
            <a:endParaRPr lang="ca-E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FFC690-727D-4DBB-8897-951F181039B6}"/>
              </a:ext>
            </a:extLst>
          </p:cNvPr>
          <p:cNvCxnSpPr/>
          <p:nvPr/>
        </p:nvCxnSpPr>
        <p:spPr>
          <a:xfrm flipH="1" flipV="1">
            <a:off x="457199" y="13716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77DB20-4CE4-4ADF-A537-DFBA03C362AB}"/>
                  </a:ext>
                </a:extLst>
              </p:cNvPr>
              <p:cNvSpPr txBox="1"/>
              <p:nvPr/>
            </p:nvSpPr>
            <p:spPr>
              <a:xfrm>
                <a:off x="665141" y="1319066"/>
                <a:ext cx="5379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𝑤𝑥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77DB20-4CE4-4ADF-A537-DFBA03C36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41" y="1319066"/>
                <a:ext cx="53790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0B922-30AB-4DA6-805E-EB86DE9FBD73}"/>
                  </a:ext>
                </a:extLst>
              </p:cNvPr>
              <p:cNvSpPr txBox="1"/>
              <p:nvPr/>
            </p:nvSpPr>
            <p:spPr>
              <a:xfrm>
                <a:off x="423344" y="1688068"/>
                <a:ext cx="483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𝑦𝑧</m:t>
                      </m:r>
                    </m:oMath>
                  </m:oMathPara>
                </a14:m>
                <a:endParaRPr lang="ca-E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90B922-30AB-4DA6-805E-EB86DE9F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44" y="1688068"/>
                <a:ext cx="483594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C852C49-4AB7-492A-93F4-21DF1624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30716"/>
              </p:ext>
            </p:extLst>
          </p:nvPr>
        </p:nvGraphicFramePr>
        <p:xfrm>
          <a:off x="4991100" y="457200"/>
          <a:ext cx="358140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3800">
                  <a:extLst>
                    <a:ext uri="{9D8B030D-6E8A-4147-A177-3AD203B41FA5}">
                      <a16:colId xmlns:a16="http://schemas.microsoft.com/office/drawing/2014/main" val="2912867109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632075493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5174145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0000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000-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-00-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368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00-0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-0-0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402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-000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3187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-001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2452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0010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-010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9994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1000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100-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5294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10-0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7839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1-01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33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1010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1-10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6555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0111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-111</a:t>
                      </a:r>
                      <a:endParaRPr lang="ca-ES" sz="2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620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1101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anose="020B0609020204030204" pitchFamily="49" charset="0"/>
                        </a:rPr>
                        <a:t>11-1</a:t>
                      </a:r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550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1110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111-</a:t>
                      </a:r>
                      <a:endParaRPr lang="ca-ES" sz="240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639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1111</a:t>
                      </a:r>
                      <a:endParaRPr lang="ca-ES" sz="240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a-ES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302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51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69110-E4C8-450B-B9D0-929C4553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97213-28EB-42EB-A232-7A52E654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21B40-9730-4C1E-A0EA-224F1DF9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B80C49-B089-4B14-B5AB-1417A418F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97995"/>
              </p:ext>
            </p:extLst>
          </p:nvPr>
        </p:nvGraphicFramePr>
        <p:xfrm>
          <a:off x="1981200" y="1681480"/>
          <a:ext cx="510540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9344">
                  <a:extLst>
                    <a:ext uri="{9D8B030D-6E8A-4147-A177-3AD203B41FA5}">
                      <a16:colId xmlns:a16="http://schemas.microsoft.com/office/drawing/2014/main" val="1373455008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4254059618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3771766562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387433589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683555286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43874440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403264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-00-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-0-0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11-1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111-</a:t>
                      </a:r>
                      <a:endParaRPr lang="ca-E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4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0000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700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0010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567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44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4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23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1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62694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B72BF7-9B8F-4D11-BF7C-AD9EFC3AAC8A}"/>
              </a:ext>
            </a:extLst>
          </p:cNvPr>
          <p:cNvCxnSpPr/>
          <p:nvPr/>
        </p:nvCxnSpPr>
        <p:spPr>
          <a:xfrm>
            <a:off x="3810000" y="990600"/>
            <a:ext cx="0" cy="6096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AD97C-06BB-4233-B613-0EF12BF30409}"/>
                  </a:ext>
                </a:extLst>
              </p:cNvPr>
              <p:cNvSpPr txBox="1"/>
              <p:nvPr/>
            </p:nvSpPr>
            <p:spPr>
              <a:xfrm>
                <a:off x="3657600" y="5257800"/>
                <a:ext cx="18561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ca-E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AD97C-06BB-4233-B613-0EF12BF30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257800"/>
                <a:ext cx="1856149" cy="461665"/>
              </a:xfrm>
              <a:prstGeom prst="rect">
                <a:avLst/>
              </a:prstGeom>
              <a:blipFill>
                <a:blip r:embed="rId2"/>
                <a:stretch>
                  <a:fillRect l="-329" b="-17333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47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97D901A2-9E8E-4208-AAE4-0A1BE0E27BAE}"/>
              </a:ext>
            </a:extLst>
          </p:cNvPr>
          <p:cNvGrpSpPr/>
          <p:nvPr/>
        </p:nvGrpSpPr>
        <p:grpSpPr>
          <a:xfrm>
            <a:off x="3168223" y="3014151"/>
            <a:ext cx="2892281" cy="2929449"/>
            <a:chOff x="3515367" y="3014151"/>
            <a:chExt cx="2892281" cy="2929449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A32D943-C45D-44E0-9EE4-6AF09EB9AFF8}"/>
                </a:ext>
              </a:extLst>
            </p:cNvPr>
            <p:cNvSpPr/>
            <p:nvPr/>
          </p:nvSpPr>
          <p:spPr>
            <a:xfrm>
              <a:off x="5820741" y="5300151"/>
              <a:ext cx="586907" cy="63783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638CA2B-34FF-457F-8382-BA3438980A66}"/>
                </a:ext>
              </a:extLst>
            </p:cNvPr>
            <p:cNvSpPr/>
            <p:nvPr/>
          </p:nvSpPr>
          <p:spPr>
            <a:xfrm>
              <a:off x="3517726" y="5305764"/>
              <a:ext cx="586907" cy="63783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0614A1DA-F019-4738-8582-0ACBFA5DF497}"/>
                </a:ext>
              </a:extLst>
            </p:cNvPr>
            <p:cNvSpPr/>
            <p:nvPr/>
          </p:nvSpPr>
          <p:spPr>
            <a:xfrm>
              <a:off x="5818382" y="3014151"/>
              <a:ext cx="586907" cy="63783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5AF4D044-DE4D-407E-BA1D-221A79E0619E}"/>
                </a:ext>
              </a:extLst>
            </p:cNvPr>
            <p:cNvSpPr/>
            <p:nvPr/>
          </p:nvSpPr>
          <p:spPr>
            <a:xfrm>
              <a:off x="3515367" y="3019764"/>
              <a:ext cx="586907" cy="63783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E05E5C9-38F4-4AD0-B5BC-9E65B4BCF627}"/>
              </a:ext>
            </a:extLst>
          </p:cNvPr>
          <p:cNvSpPr/>
          <p:nvPr/>
        </p:nvSpPr>
        <p:spPr>
          <a:xfrm>
            <a:off x="4738082" y="4563388"/>
            <a:ext cx="434067" cy="11939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7C1F154-F52B-4852-9AA3-9EDC683A06CD}"/>
              </a:ext>
            </a:extLst>
          </p:cNvPr>
          <p:cNvSpPr/>
          <p:nvPr/>
        </p:nvSpPr>
        <p:spPr>
          <a:xfrm>
            <a:off x="4758255" y="3872714"/>
            <a:ext cx="1037614" cy="49625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69110-E4C8-450B-B9D0-929C4553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Set Covering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97213-28EB-42EB-A232-7A52E654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21B40-9730-4C1E-A0EA-224F1DF9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B80C49-B089-4B14-B5AB-1417A418F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708666"/>
              </p:ext>
            </p:extLst>
          </p:nvPr>
        </p:nvGraphicFramePr>
        <p:xfrm>
          <a:off x="2405741" y="533400"/>
          <a:ext cx="437605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9344">
                  <a:extLst>
                    <a:ext uri="{9D8B030D-6E8A-4147-A177-3AD203B41FA5}">
                      <a16:colId xmlns:a16="http://schemas.microsoft.com/office/drawing/2014/main" val="1373455008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4254059618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387433589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683555286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438744407"/>
                    </a:ext>
                  </a:extLst>
                </a:gridCol>
                <a:gridCol w="729343">
                  <a:extLst>
                    <a:ext uri="{9D8B030D-6E8A-4147-A177-3AD203B41FA5}">
                      <a16:colId xmlns:a16="http://schemas.microsoft.com/office/drawing/2014/main" val="14032641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-00-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1-10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11-1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111-</a:t>
                      </a:r>
                      <a:endParaRPr lang="ca-E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84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48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1101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81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1110</a:t>
                      </a:r>
                      <a:endParaRPr lang="ca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ca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ca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062694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ECB15B-2624-4724-BAFE-D164C5E4D3BB}"/>
              </a:ext>
            </a:extLst>
          </p:cNvPr>
          <p:cNvCxnSpPr>
            <a:cxnSpLocks/>
          </p:cNvCxnSpPr>
          <p:nvPr/>
        </p:nvCxnSpPr>
        <p:spPr>
          <a:xfrm>
            <a:off x="4229622" y="76200"/>
            <a:ext cx="0" cy="3810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0DC87F-C1D0-48D0-B766-A86F4FDBDE24}"/>
              </a:ext>
            </a:extLst>
          </p:cNvPr>
          <p:cNvCxnSpPr>
            <a:cxnSpLocks/>
          </p:cNvCxnSpPr>
          <p:nvPr/>
        </p:nvCxnSpPr>
        <p:spPr>
          <a:xfrm>
            <a:off x="6419589" y="76200"/>
            <a:ext cx="0" cy="3810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07D80-9B98-4DD9-96A4-3ED5DD5353A2}"/>
                  </a:ext>
                </a:extLst>
              </p:cNvPr>
              <p:cNvSpPr txBox="1"/>
              <p:nvPr/>
            </p:nvSpPr>
            <p:spPr>
              <a:xfrm>
                <a:off x="3048000" y="6015335"/>
                <a:ext cx="309501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𝑤𝑥𝑦</m:t>
                      </m:r>
                    </m:oMath>
                  </m:oMathPara>
                </a14:m>
                <a:endParaRPr lang="ca-E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07D80-9B98-4DD9-96A4-3ED5DD535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015335"/>
                <a:ext cx="3095014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ca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DA056EDA-4945-48AD-A3D5-21C95CA3AB6A}"/>
              </a:ext>
            </a:extLst>
          </p:cNvPr>
          <p:cNvGrpSpPr/>
          <p:nvPr/>
        </p:nvGrpSpPr>
        <p:grpSpPr>
          <a:xfrm>
            <a:off x="2514600" y="2362200"/>
            <a:ext cx="3462856" cy="3481534"/>
            <a:chOff x="423344" y="1319066"/>
            <a:chExt cx="3462856" cy="348153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AC9FFD-8A43-4399-8529-B4D421C109FC}"/>
                </a:ext>
              </a:extLst>
            </p:cNvPr>
            <p:cNvSpPr/>
            <p:nvPr/>
          </p:nvSpPr>
          <p:spPr>
            <a:xfrm>
              <a:off x="1142999" y="2057400"/>
              <a:ext cx="2743200" cy="2743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55867B3-A385-4524-B12E-F28F43DD4EE6}"/>
                </a:ext>
              </a:extLst>
            </p:cNvPr>
            <p:cNvCxnSpPr/>
            <p:nvPr/>
          </p:nvCxnSpPr>
          <p:spPr>
            <a:xfrm>
              <a:off x="18287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2EA854C-D787-4437-A98C-E7C76A058546}"/>
                </a:ext>
              </a:extLst>
            </p:cNvPr>
            <p:cNvCxnSpPr/>
            <p:nvPr/>
          </p:nvCxnSpPr>
          <p:spPr>
            <a:xfrm>
              <a:off x="25145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BF78640-3EE9-4DF5-BE2B-9417A436B39B}"/>
                </a:ext>
              </a:extLst>
            </p:cNvPr>
            <p:cNvCxnSpPr/>
            <p:nvPr/>
          </p:nvCxnSpPr>
          <p:spPr>
            <a:xfrm>
              <a:off x="3200399" y="2057400"/>
              <a:ext cx="0" cy="2743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CDA5FF-67D5-4124-A088-704753665451}"/>
                </a:ext>
              </a:extLst>
            </p:cNvPr>
            <p:cNvCxnSpPr>
              <a:cxnSpLocks/>
            </p:cNvCxnSpPr>
            <p:nvPr/>
          </p:nvCxnSpPr>
          <p:spPr>
            <a:xfrm>
              <a:off x="1142999" y="27432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BD5AAD5-88DA-4463-9AEC-25F812D3F54A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" y="34290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4838A2D-587B-49E5-A1AB-643516D2137B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1" y="4114800"/>
              <a:ext cx="274319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BAA6238-00C1-46A9-AE77-BC084C8ADBD2}"/>
                </a:ext>
              </a:extLst>
            </p:cNvPr>
            <p:cNvSpPr txBox="1"/>
            <p:nvPr/>
          </p:nvSpPr>
          <p:spPr>
            <a:xfrm>
              <a:off x="1302195" y="214093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AD90F-2765-4016-99F9-4EA94ACA1D52}"/>
                </a:ext>
              </a:extLst>
            </p:cNvPr>
            <p:cNvSpPr txBox="1"/>
            <p:nvPr/>
          </p:nvSpPr>
          <p:spPr>
            <a:xfrm>
              <a:off x="1295399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8EBCB5A-B9AF-41CB-B8C8-DDCDB7B19EED}"/>
                </a:ext>
              </a:extLst>
            </p:cNvPr>
            <p:cNvSpPr txBox="1"/>
            <p:nvPr/>
          </p:nvSpPr>
          <p:spPr>
            <a:xfrm>
              <a:off x="2666999" y="28295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81478F-C144-490E-BCE7-BBF7E2872C39}"/>
                </a:ext>
              </a:extLst>
            </p:cNvPr>
            <p:cNvSpPr txBox="1"/>
            <p:nvPr/>
          </p:nvSpPr>
          <p:spPr>
            <a:xfrm>
              <a:off x="3366391" y="21437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8DD72E-DBDC-4341-8DEB-ADE591E47EA5}"/>
                </a:ext>
              </a:extLst>
            </p:cNvPr>
            <p:cNvSpPr txBox="1"/>
            <p:nvPr/>
          </p:nvSpPr>
          <p:spPr>
            <a:xfrm>
              <a:off x="3352799" y="28194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6C37A4-BE3D-4B36-ADEE-CBC8046495B2}"/>
                </a:ext>
              </a:extLst>
            </p:cNvPr>
            <p:cNvSpPr txBox="1"/>
            <p:nvPr/>
          </p:nvSpPr>
          <p:spPr>
            <a:xfrm>
              <a:off x="2666999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B6E8F9-F9FF-407C-ACA2-351F4BC9E97C}"/>
                </a:ext>
              </a:extLst>
            </p:cNvPr>
            <p:cNvSpPr txBox="1"/>
            <p:nvPr/>
          </p:nvSpPr>
          <p:spPr>
            <a:xfrm>
              <a:off x="3352799" y="41910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</a:t>
              </a:r>
              <a:endParaRPr lang="ca-ES" sz="2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B794C9-9B17-4CCB-B5F9-7ACEEF6B479B}"/>
                </a:ext>
              </a:extLst>
            </p:cNvPr>
            <p:cNvSpPr txBox="1"/>
            <p:nvPr/>
          </p:nvSpPr>
          <p:spPr>
            <a:xfrm>
              <a:off x="1278671" y="2858869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79C68DF-B979-40D4-AB7B-C57370764F1D}"/>
                </a:ext>
              </a:extLst>
            </p:cNvPr>
            <p:cNvSpPr txBox="1"/>
            <p:nvPr/>
          </p:nvSpPr>
          <p:spPr>
            <a:xfrm>
              <a:off x="2666999" y="3532143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79C51E-DE99-4F6C-83B0-BA8414FA3A8F}"/>
                </a:ext>
              </a:extLst>
            </p:cNvPr>
            <p:cNvSpPr txBox="1"/>
            <p:nvPr/>
          </p:nvSpPr>
          <p:spPr>
            <a:xfrm>
              <a:off x="1948303" y="3544669"/>
              <a:ext cx="4138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>
                  <a:solidFill>
                    <a:srgbClr val="0000FF"/>
                  </a:solidFill>
                </a:rPr>
                <a:t>*</a:t>
              </a:r>
              <a:endParaRPr lang="ca-ES" sz="3600" dirty="0">
                <a:solidFill>
                  <a:srgbClr val="0000FF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1B7B45-0706-4CEF-87DB-DE9EAB31E144}"/>
                </a:ext>
              </a:extLst>
            </p:cNvPr>
            <p:cNvSpPr txBox="1"/>
            <p:nvPr/>
          </p:nvSpPr>
          <p:spPr>
            <a:xfrm>
              <a:off x="1981200" y="214093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1D49240-10B0-438E-B620-84F759645EF4}"/>
                </a:ext>
              </a:extLst>
            </p:cNvPr>
            <p:cNvSpPr txBox="1"/>
            <p:nvPr/>
          </p:nvSpPr>
          <p:spPr>
            <a:xfrm>
              <a:off x="2680591" y="2138086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AFD270F-4B3F-43AB-8D66-AF3EBA666E59}"/>
                </a:ext>
              </a:extLst>
            </p:cNvPr>
            <p:cNvSpPr txBox="1"/>
            <p:nvPr/>
          </p:nvSpPr>
          <p:spPr>
            <a:xfrm>
              <a:off x="3379982" y="35153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F8A7A73-B16A-4CF7-A23B-942574F5FB95}"/>
                </a:ext>
              </a:extLst>
            </p:cNvPr>
            <p:cNvSpPr txBox="1"/>
            <p:nvPr/>
          </p:nvSpPr>
          <p:spPr>
            <a:xfrm>
              <a:off x="1994791" y="420118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842E5C-01AD-49FF-BB37-3CFE3621564B}"/>
                </a:ext>
              </a:extLst>
            </p:cNvPr>
            <p:cNvSpPr txBox="1"/>
            <p:nvPr/>
          </p:nvSpPr>
          <p:spPr>
            <a:xfrm>
              <a:off x="1308991" y="35052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B3E38A-DDF3-4ADC-BF72-89CC85A85E5B}"/>
                </a:ext>
              </a:extLst>
            </p:cNvPr>
            <p:cNvSpPr txBox="1"/>
            <p:nvPr/>
          </p:nvSpPr>
          <p:spPr>
            <a:xfrm>
              <a:off x="1994791" y="280922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  <a:endParaRPr lang="ca-ES" sz="28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CDDAD72-5A42-4DB1-BAB2-58CC549B889A}"/>
                </a:ext>
              </a:extLst>
            </p:cNvPr>
            <p:cNvSpPr txBox="1"/>
            <p:nvPr/>
          </p:nvSpPr>
          <p:spPr>
            <a:xfrm>
              <a:off x="1283740" y="1692554"/>
              <a:ext cx="2443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00         01        11        10</a:t>
              </a:r>
              <a:endParaRPr lang="ca-E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B912DD6-6A44-4AD8-AB15-92A8E8FDA0B9}"/>
                </a:ext>
              </a:extLst>
            </p:cNvPr>
            <p:cNvSpPr txBox="1"/>
            <p:nvPr/>
          </p:nvSpPr>
          <p:spPr>
            <a:xfrm>
              <a:off x="724741" y="2196230"/>
              <a:ext cx="418704" cy="24904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2700"/>
                </a:lnSpc>
              </a:pPr>
              <a:r>
                <a:rPr lang="en-US" dirty="0"/>
                <a:t>00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01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11</a:t>
              </a:r>
            </a:p>
            <a:p>
              <a:pPr>
                <a:lnSpc>
                  <a:spcPts val="2700"/>
                </a:lnSpc>
              </a:pPr>
              <a:endParaRPr lang="en-US" dirty="0"/>
            </a:p>
            <a:p>
              <a:pPr>
                <a:lnSpc>
                  <a:spcPts val="2700"/>
                </a:lnSpc>
              </a:pPr>
              <a:r>
                <a:rPr lang="en-US" dirty="0"/>
                <a:t>10</a:t>
              </a:r>
              <a:endParaRPr lang="ca-ES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E3D62E-8EC2-4503-BCCE-7BBE12180A30}"/>
                </a:ext>
              </a:extLst>
            </p:cNvPr>
            <p:cNvCxnSpPr/>
            <p:nvPr/>
          </p:nvCxnSpPr>
          <p:spPr>
            <a:xfrm flipH="1" flipV="1">
              <a:off x="457199" y="1371600"/>
              <a:ext cx="685800" cy="685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63ACE1A-7176-436C-B9B0-5142400462EE}"/>
                    </a:ext>
                  </a:extLst>
                </p:cNvPr>
                <p:cNvSpPr txBox="1"/>
                <p:nvPr/>
              </p:nvSpPr>
              <p:spPr>
                <a:xfrm>
                  <a:off x="665141" y="1319066"/>
                  <a:ext cx="5379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ca-ES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63ACE1A-7176-436C-B9B0-514240046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5141" y="1319066"/>
                  <a:ext cx="53790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8D7248-C766-4F16-9A31-ED3BA36A43ED}"/>
                    </a:ext>
                  </a:extLst>
                </p:cNvPr>
                <p:cNvSpPr txBox="1"/>
                <p:nvPr/>
              </p:nvSpPr>
              <p:spPr>
                <a:xfrm>
                  <a:off x="423344" y="1688068"/>
                  <a:ext cx="4835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𝑦𝑧</m:t>
                        </m:r>
                      </m:oMath>
                    </m:oMathPara>
                  </a14:m>
                  <a:endParaRPr lang="ca-ES" dirty="0"/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38D7248-C766-4F16-9A31-ED3BA36A4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344" y="1688068"/>
                  <a:ext cx="48359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ca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5525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3699</TotalTime>
  <Words>255</Words>
  <Application>Microsoft Office PowerPoint</Application>
  <PresentationFormat>On-screen Show (4:3)</PresentationFormat>
  <Paragraphs>220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Consolas</vt:lpstr>
      <vt:lpstr>Courier New</vt:lpstr>
      <vt:lpstr>Office Theme</vt:lpstr>
      <vt:lpstr>Generation of Primes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Jordi</dc:creator>
  <cp:lastModifiedBy>jordi.cortadella</cp:lastModifiedBy>
  <cp:revision>1599</cp:revision>
  <dcterms:created xsi:type="dcterms:W3CDTF">2018-02-06T17:20:32Z</dcterms:created>
  <dcterms:modified xsi:type="dcterms:W3CDTF">2024-10-21T06:53:57Z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